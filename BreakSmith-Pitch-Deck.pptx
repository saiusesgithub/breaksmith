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859daa9b94f07" /><Relationship Type="http://schemas.openxmlformats.org/officeDocument/2006/relationships/extended-properties" Target="/docProps/app.xml" Id="R2bb8b09322b84e05" /><Relationship Type="http://schemas.openxmlformats.org/officeDocument/2006/relationships/officeDocument" Target="/ppt/presentation.xml" Id="Rbd355a400440400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a9911523f0645c6"/>
  </p:sldMasterIdLst>
  <p:notesMasterIdLst>
    <p:notesMasterId xmlns:r="http://schemas.openxmlformats.org/officeDocument/2006/relationships" r:id="R1a966fbe8ac446fb"/>
  </p:notesMasterIdLst>
  <p:sldIdLst>
    <p:sldId xmlns:r="http://schemas.openxmlformats.org/officeDocument/2006/relationships" id="256" r:id="R6f8d02dce89a4ece"/>
    <p:sldId xmlns:r="http://schemas.openxmlformats.org/officeDocument/2006/relationships" id="257" r:id="R1b7e115e0d9d4062"/>
    <p:sldId xmlns:r="http://schemas.openxmlformats.org/officeDocument/2006/relationships" id="258" r:id="Ra66a6f2035b147fc"/>
    <p:sldId xmlns:r="http://schemas.openxmlformats.org/officeDocument/2006/relationships" id="259" r:id="R980b630fbbd0437d"/>
    <p:sldId xmlns:r="http://schemas.openxmlformats.org/officeDocument/2006/relationships" id="260" r:id="R18b6c822e9b546c7"/>
    <p:sldId xmlns:r="http://schemas.openxmlformats.org/officeDocument/2006/relationships" id="261" r:id="R8d71a706a3864370"/>
    <p:sldId xmlns:r="http://schemas.openxmlformats.org/officeDocument/2006/relationships" id="262" r:id="R627102ef84644bd0"/>
    <p:sldId xmlns:r="http://schemas.openxmlformats.org/officeDocument/2006/relationships" id="263" r:id="Rd173aefdf6744abe"/>
    <p:sldId xmlns:r="http://schemas.openxmlformats.org/officeDocument/2006/relationships" id="264" r:id="R797b60252dc3418b"/>
    <p:sldId xmlns:r="http://schemas.openxmlformats.org/officeDocument/2006/relationships" id="265" r:id="R9f5d76b5d04a42f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8568561ba2d94ac2"/>
      <p:bold xmlns:r="http://schemas.openxmlformats.org/officeDocument/2006/relationships" r:id="Rea6a516764264ca6"/>
      <p:italic xmlns:r="http://schemas.openxmlformats.org/officeDocument/2006/relationships" r:id="R1f1dd44ba5034415"/>
      <p:boldItalic xmlns:r="http://schemas.openxmlformats.org/officeDocument/2006/relationships" r:id="R738b6b9317c4411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79a04fbb940a1" /><Relationship Type="http://schemas.openxmlformats.org/officeDocument/2006/relationships/slideMaster" Target="/ppt/slideMasters/slideMaster1.xml" Id="R3a9911523f0645c6" /><Relationship Type="http://schemas.openxmlformats.org/officeDocument/2006/relationships/notesMaster" Target="/ppt/notesMasters/notesMaster1.xml" Id="R1a966fbe8ac446fb" /><Relationship Type="http://schemas.openxmlformats.org/officeDocument/2006/relationships/presProps" Target="/ppt/presProps.xml" Id="R317e994d6f844204" /><Relationship Type="http://schemas.openxmlformats.org/officeDocument/2006/relationships/viewProps" Target="/ppt/viewProps.xml" Id="Rf038c5eada684388" /><Relationship Type="http://schemas.openxmlformats.org/officeDocument/2006/relationships/tableStyles" Target="/ppt/tableStyles.xml" Id="Rc560e6eafd244375" /><Relationship Type="http://schemas.openxmlformats.org/officeDocument/2006/relationships/font" Target="/ppt/fonts/font.dat" Id="R8568561ba2d94ac2" /><Relationship Type="http://schemas.openxmlformats.org/officeDocument/2006/relationships/font" Target="/ppt/fonts/font2.dat" Id="Rea6a516764264ca6" /><Relationship Type="http://schemas.openxmlformats.org/officeDocument/2006/relationships/font" Target="/ppt/fonts/font3.dat" Id="R1f1dd44ba5034415" /><Relationship Type="http://schemas.openxmlformats.org/officeDocument/2006/relationships/font" Target="/ppt/fonts/font4.dat" Id="R738b6b9317c4411f" /><Relationship Type="http://schemas.openxmlformats.org/officeDocument/2006/relationships/slide" Target="/ppt/slides/slide1.xml" Id="R6f8d02dce89a4ece" /><Relationship Type="http://schemas.openxmlformats.org/officeDocument/2006/relationships/slide" Target="/ppt/slides/slide2.xml" Id="R1b7e115e0d9d4062" /><Relationship Type="http://schemas.openxmlformats.org/officeDocument/2006/relationships/slide" Target="/ppt/slides/slide3.xml" Id="Ra66a6f2035b147fc" /><Relationship Type="http://schemas.openxmlformats.org/officeDocument/2006/relationships/slide" Target="/ppt/slides/slide4.xml" Id="R980b630fbbd0437d" /><Relationship Type="http://schemas.openxmlformats.org/officeDocument/2006/relationships/slide" Target="/ppt/slides/slide5.xml" Id="R18b6c822e9b546c7" /><Relationship Type="http://schemas.openxmlformats.org/officeDocument/2006/relationships/slide" Target="/ppt/slides/slide6.xml" Id="R8d71a706a3864370" /><Relationship Type="http://schemas.openxmlformats.org/officeDocument/2006/relationships/slide" Target="/ppt/slides/slide7.xml" Id="R627102ef84644bd0" /><Relationship Type="http://schemas.openxmlformats.org/officeDocument/2006/relationships/slide" Target="/ppt/slides/slide8.xml" Id="Rd173aefdf6744abe" /><Relationship Type="http://schemas.openxmlformats.org/officeDocument/2006/relationships/slide" Target="/ppt/slides/slide9.xml" Id="R797b60252dc3418b" /><Relationship Type="http://schemas.openxmlformats.org/officeDocument/2006/relationships/slide" Target="/ppt/slides/slide10.xml" Id="R9f5d76b5d04a42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05ac560d1949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f48989ec04bec" /><Relationship Type="http://schemas.openxmlformats.org/officeDocument/2006/relationships/notesMaster" Target="/ppt/notesMasters/notesMaster1.xml" Id="R322015a11e07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53b5f3817a4ae3" /><Relationship Type="http://schemas.openxmlformats.org/officeDocument/2006/relationships/notesMaster" Target="/ppt/notesMasters/notesMaster1.xml" Id="Reba1c0246ccf40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a049edaf4f435b" /><Relationship Type="http://schemas.openxmlformats.org/officeDocument/2006/relationships/notesMaster" Target="/ppt/notesMasters/notesMaster1.xml" Id="Re04015a6cee247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e49ac4c1604473" /><Relationship Type="http://schemas.openxmlformats.org/officeDocument/2006/relationships/notesMaster" Target="/ppt/notesMasters/notesMaster1.xml" Id="R371b98c28b5e4d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66f55786f14b18" /><Relationship Type="http://schemas.openxmlformats.org/officeDocument/2006/relationships/notesMaster" Target="/ppt/notesMasters/notesMaster1.xml" Id="R4a1775ab4f4c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ba51bad43c4509" /><Relationship Type="http://schemas.openxmlformats.org/officeDocument/2006/relationships/notesMaster" Target="/ppt/notesMasters/notesMaster1.xml" Id="R2aa1b600aa2745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aa517ec6264f22" /><Relationship Type="http://schemas.openxmlformats.org/officeDocument/2006/relationships/notesMaster" Target="/ppt/notesMasters/notesMaster1.xml" Id="R0fa8d4f29dad4a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a6ab5f54c34ff2" /><Relationship Type="http://schemas.openxmlformats.org/officeDocument/2006/relationships/notesMaster" Target="/ppt/notesMasters/notesMaster1.xml" Id="R0820e582e74c46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2ef6ac7ad541f0" /><Relationship Type="http://schemas.openxmlformats.org/officeDocument/2006/relationships/notesMaster" Target="/ppt/notesMasters/notesMaster1.xml" Id="Rf4f64a1aa8034e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b9b2c7f88141fa" /><Relationship Type="http://schemas.openxmlformats.org/officeDocument/2006/relationships/notesMaster" Target="/ppt/notesMasters/notesMaster1.xml" Id="Rf27c1b07f2ce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Product brief supplied by the project owner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Product brief supplied by the project owner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lib/scanner/**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lib/ai/**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app/api/scan/**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app/api/scan/route.ts</a:t>
            </a:r>
          </a:p>
          <a:p xmlns:a="http://schemas.openxmlformats.org/drawingml/2006/main">
            <a:r>
              <a:t>- lib/github/**</a:t>
            </a:r>
          </a:p>
          <a:p xmlns:a="http://schemas.openxmlformats.org/drawingml/2006/main">
            <a:r>
              <a:t>- lib/scanner/**</a:t>
            </a:r>
          </a:p>
          <a:p xmlns:a="http://schemas.openxmlformats.org/drawingml/2006/main">
            <a:r>
              <a:t>- lib/scoring/**</a:t>
            </a:r>
          </a:p>
          <a:p xmlns:a="http://schemas.openxmlformats.org/drawingml/2006/main">
            <a:r>
              <a:t>- lib/ai/**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lib/scanner/rules/**</a:t>
            </a:r>
          </a:p>
          <a:p xmlns:a="http://schemas.openxmlformats.org/drawingml/2006/main">
            <a:r>
              <a:t>- lib/scanner/types.ts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lib/scanner/types.ts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app/api/scan/route.ts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lib/fixes/**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lib/ai/analyst.ts</a:t>
            </a:r>
          </a:p>
          <a:p xmlns:a="http://schemas.openxmlformats.org/drawingml/2006/main">
            <a:r>
              <a:t>- lib/ai/providers/**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app/api/fix/**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lib/fixes/**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tests/**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Current workspace verification: 57 automated tests passed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README.md</a:t>
            </a:r>
            <a:endParaRPr/>
          </a:p>
          <a:p xmlns:a="http://schemas.openxmlformats.org/drawingml/2006/main">
            <a:r>
              <a:t>- Product brief supplied by the project owner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4b3186b304a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54e9bdef949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41fea8fe545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08c8f101e4f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2bbcbd8fc47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83e1c67164e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06337d5024ac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1279baa114c5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717638f1944063" /><Relationship Type="http://schemas.openxmlformats.org/officeDocument/2006/relationships/slideLayout" Target="/ppt/slideLayouts/slideLayout1.xml" Id="R406874b73c234462" /><Relationship Type="http://schemas.openxmlformats.org/officeDocument/2006/relationships/slideLayout" Target="/ppt/slideLayouts/slideLayout2.xml" Id="R7583be6183874495" /><Relationship Type="http://schemas.openxmlformats.org/officeDocument/2006/relationships/slideLayout" Target="/ppt/slideLayouts/slideLayout3.xml" Id="R4d6648a75e7a4eef" /><Relationship Type="http://schemas.openxmlformats.org/officeDocument/2006/relationships/slideLayout" Target="/ppt/slideLayouts/slideLayout4.xml" Id="R8bc7deddf42f4c5f" /><Relationship Type="http://schemas.openxmlformats.org/officeDocument/2006/relationships/slideLayout" Target="/ppt/slideLayouts/slideLayout5.xml" Id="R3f2894c2a3c1490a" /><Relationship Type="http://schemas.openxmlformats.org/officeDocument/2006/relationships/slideLayout" Target="/ppt/slideLayouts/slideLayout6.xml" Id="R3ff8ebaf50614971" /><Relationship Type="http://schemas.openxmlformats.org/officeDocument/2006/relationships/slideLayout" Target="/ppt/slideLayouts/slideLayout7.xml" Id="R0cb5392c17c347e1" /><Relationship Type="http://schemas.openxmlformats.org/officeDocument/2006/relationships/slideLayout" Target="/ppt/slideLayouts/slideLayout8.xml" Id="Re5e754267f9b4a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874b73c234462"/>
    <p:sldLayoutId xmlns:r="http://schemas.openxmlformats.org/officeDocument/2006/relationships" id="2147483650" r:id="R7583be6183874495"/>
    <p:sldLayoutId xmlns:r="http://schemas.openxmlformats.org/officeDocument/2006/relationships" id="2147483651" r:id="R4d6648a75e7a4eef"/>
    <p:sldLayoutId xmlns:r="http://schemas.openxmlformats.org/officeDocument/2006/relationships" id="2147483652" r:id="R8bc7deddf42f4c5f"/>
    <p:sldLayoutId xmlns:r="http://schemas.openxmlformats.org/officeDocument/2006/relationships" id="2147483653" r:id="R3f2894c2a3c1490a"/>
    <p:sldLayoutId xmlns:r="http://schemas.openxmlformats.org/officeDocument/2006/relationships" id="2147483654" r:id="R3ff8ebaf50614971"/>
    <p:sldLayoutId xmlns:r="http://schemas.openxmlformats.org/officeDocument/2006/relationships" id="2147483655" r:id="R0cb5392c17c347e1"/>
    <p:sldLayoutId xmlns:r="http://schemas.openxmlformats.org/officeDocument/2006/relationships" id="2147483656" r:id="Re5e754267f9b4ab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a291535e746f1" /><Relationship Type="http://schemas.openxmlformats.org/officeDocument/2006/relationships/image" Target="/ppt/media/image.png" Id="R4bde27017421433b" /><Relationship Type="http://schemas.openxmlformats.org/officeDocument/2006/relationships/notesSlide" Target="/ppt/notesSlides/notesSlide1.xml" Id="R1423afe76d5345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78747a09a46dc" /><Relationship Type="http://schemas.openxmlformats.org/officeDocument/2006/relationships/notesSlide" Target="/ppt/notesSlides/notesSlide2.xml" Id="R431ec106d74e45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097fc72ee46aa" /><Relationship Type="http://schemas.openxmlformats.org/officeDocument/2006/relationships/notesSlide" Target="/ppt/notesSlides/notesSlide3.xml" Id="R99ac4e22546d48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5a5d160eb4572" /><Relationship Type="http://schemas.openxmlformats.org/officeDocument/2006/relationships/notesSlide" Target="/ppt/notesSlides/notesSlide4.xml" Id="Rd37368b0845d43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20e2a8a624a3e" /><Relationship Type="http://schemas.openxmlformats.org/officeDocument/2006/relationships/notesSlide" Target="/ppt/notesSlides/notesSlide5.xml" Id="R8ce8551a953546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6bef4f09514f2d" /><Relationship Type="http://schemas.openxmlformats.org/officeDocument/2006/relationships/notesSlide" Target="/ppt/notesSlides/notesSlide6.xml" Id="R8e4f862e323f44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2e843dc3e46b3" /><Relationship Type="http://schemas.openxmlformats.org/officeDocument/2006/relationships/notesSlide" Target="/ppt/notesSlides/notesSlide7.xml" Id="Re7ff5486b1b8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7d7f651ca4153" /><Relationship Type="http://schemas.openxmlformats.org/officeDocument/2006/relationships/notesSlide" Target="/ppt/notesSlides/notesSlide8.xml" Id="R2402cd35cd7b43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b606a7e474f7b" /><Relationship Type="http://schemas.openxmlformats.org/officeDocument/2006/relationships/notesSlide" Target="/ppt/notesSlides/notesSlide9.xml" Id="Rd9f024f171a44c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7ac53b7224a51" /><Relationship Type="http://schemas.openxmlformats.org/officeDocument/2006/relationships/notesSlide" Target="/ppt/notesSlides/notesSlide10.xml" Id="R4533c3402c714d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BreakSmith</a:t>
            </a:r>
          </a:p>
          <a:p xmlns:a="http://schemas.openxmlformats.org/drawingml/2006/main">
            <a:r>
              <a:rPr sz="6200"/>
              <a:t>Security at build speed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Break your app before attackers do.</a:t>
            </a:r>
          </a:p>
          <a:p xmlns:a="http://schemas.openxmlformats.org/drawingml/2006/main">
            <a:r>
              <a:rPr sz="1800"/>
              <a:t>A security checkpoint for vibe-coded software.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DEVELOPER-FIRST SECURITY / HACKATHON BUILD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e27017421433b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Software got faster.</a:t>
            </a:r>
          </a:p>
          <a:p xmlns:a="http://schemas.openxmlformats.org/drawingml/2006/main">
            <a:r>
              <a:rPr sz="7200"/>
              <a:t>The attack surface did too.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THE PROBLEM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BREAKSMITH / 2026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source of truth. Two layers of intelligence.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DETECTION — DETERMINISTIC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custom TypeScript rule engine inspects source and configuration files. It produces the finding, severity, location, confidence, and CWE—before any model is called.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EXPLANATION — AI-ASSISTED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Groq or Gemini can sharpen the description, impact, and remediation for selected findings. Invalid output, missing keys, and timeouts fall back safely.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From repository URL to ranked risk intelligence</a:t>
            </a:r>
          </a:p>
        </p:txBody>
      </p:sp>
      <p:cxnSp>
        <p:nvCxnSpPr>
          <p:cNvPr id="26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57" y="3373755"/>
            <a:ext cx="1146048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INGEST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DELIVER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DETERMINISTIC SCAN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Run modular rules, normalize findings, redact secrets, and calculate a bounded 0–100 score.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SAFE TEMPORARY CLONE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Validate GitHub HTTPS, shallow-clone with limits, discover relevant source and configuration files.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STRUCTURED REPORT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Return findings, severity counts, categories, score, risk level, scanned files, and duration as JSON.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70F4AC-E6D1-01EE-6732-05F7C8E78B55}" type="slidenum">
              <a:t>05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built for the mistakes fast-moving teams actually ship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SECRETS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Hardcoded credentials and committed sensitive files.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AUTHENTICATION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JWT expiry, plaintext password handling, auth weaknesses.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INJECTION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SQL interpolation and dangerous command execution.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API SECURITY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Permissive CORS and unsafe exposed endpoints.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CONFIGURATION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Debug mode, insecure HTTP, disabled controls.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DEPENDENCIES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Risky packages and unpinned source dependencies.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CRYPTOGRAPHY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Weak hashes such as MD5 and SHA-1 in sensitive paths.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AUTHORIZATION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Explicitly disabled checks and exposed administrative access.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9BFB0FA-5DC7-50DB-D53A-0B6D0E34987E}" type="slidenum">
              <a:t>06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finding is evidence first—and action immediately after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EVIDENCE LOCKED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Every finding carries a stable rule ID, exact file, line when available, redacted snippet, severity, confidence, category, and optional CWE.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File + line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Redacted snippet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Severity + confidence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ACTIONABLE NEXT STEP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Developers receive a concise description, practical impact, prioritized remediation, and—on demand—a safe patch suggestion.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What could break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Why it matters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What to fix first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NORMALIZED FINDING MODEL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frontend consumes one stable contract across secrets, authentication, authorization, injection, API security, configuration, dependencies, and cryptography.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Detected credentials are always redacted; full secret values never enter the report.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C5B3A8-B30B-D205-8921-516C108AB9AB}" type="slidenum">
              <a:t>07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availability never decides whether the scan succeeds</a:t>
            </a:r>
          </a:p>
        </p:txBody>
      </p:sp>
      <p:cxnSp>
        <p:nvCxnSpPr>
          <p:cNvPr id="3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57" y="5341620"/>
            <a:ext cx="1146048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GROQ — PRIMARY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One bounded structured-output request for selected findings. Success returns improved explanation and remediation.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GEMINI — FALLBACK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Called only when Groq fails, times out, rate-limits, or returns unusable JSON.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DETERMINISTIC — FINAL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If both providers fail—or no keys exist—the original scanner output is returned unchanged.</a:t>
            </a:r>
            <a:endParaRPr/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02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01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03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2E54B70-3376-18BE-56BD-5BB8BA701776}" type="slidenum">
              <a:t>08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Fix with BreakSmith: suggestion-only remediation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ONE FINDING IN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Only the selected, already-redacted finding and optional language reach the fix layer.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SAFE CODE OUT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Return a summary, steps, corrected code, notes, confidence, and provider.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DIFF GENERATED SERVER-SIDE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Normalize a presentation-grade before/after unified diff instead of trusting arbitrary model formatting.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REVIEW REQUIRED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Never clone again, execute code, write files, touch GitHub, or claim the patch was applied.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SUGGESTED PATCH, NOT AUTOPILOT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Groq → Gemini → deterministic templates. Every field is validated and redacted again before returning.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235D47-801C-AA1F-E2A0-5E98061CBF6D}" type="slidenum">
              <a:t>09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 for a live demo. Verified like a real backend.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83473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Automated tests across scanning, scoring, ingestion, AI fallback, redaction, API contracts, insights, and fixes.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AI providers required for detection, scoring, or a successful security report.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Independent endpoints for scanning, repository insights, and safe fix suggestions.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57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3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0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ENGINEERING PROOF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scanner has been exercised against local vulnerable fixtures, real public repositories, and provider failure paths. Temporary repositories are cleaned up and client errors stay structured.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existing POST /api/scan response contract remains frozen for frontend integration.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Scan before you ship.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Paste a public GitHub repository.</a:t>
            </a:r>
          </a:p>
          <a:p xmlns:a="http://schemas.openxmlformats.org/drawingml/2006/main">
            <a:r>
              <a:rPr sz="2000"/>
              <a:t>Find what could break.</a:t>
            </a:r>
          </a:p>
          <a:p xmlns:a="http://schemas.openxmlformats.org/drawingml/2006/main">
            <a:r>
              <a:rPr sz="2000"/>
              <a:t>Fix what matters first.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BREAKSMITH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2026-08-24T18:22:25.2880000Z</dcterms:created>
  <dcterms:modified xsi:type="dcterms:W3CDTF">2026-08-24T18:22:25.2880000Z</dcterms:modified>
</coreProperties>
</file>